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9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E4552-A1F3-4A96-AE37-70CD57EA1CF2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04976-2BC5-4F7A-8C5A-9A4A2F720A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80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B9B0-7142-E09F-B378-5DF55C824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8D30E-12C1-48AE-F787-D2F3BAF32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2C805-7993-A1B0-5AC6-FA275027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57847-07D9-560D-44EA-EE94F0B9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A5F-618E-811C-22A9-BA11A7A1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99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8E47-7838-CD04-40AD-2C8D239E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C8DF3-1F79-7DC6-69D4-B337E6F8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97439-9A0E-9891-2990-C91FAE0E3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C244A-61B6-9304-494B-38732E60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10671-81AF-5E5B-940D-3F81D819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42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10EE-5EFF-F3BF-97BF-CD41A31B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9DEF4-A791-6192-F802-E8A20686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D33F-AB8A-869D-8AA8-848A8818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FEC4D-2198-2F18-07A9-A627BE0C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49B7-6BB3-1C41-9717-D04538F2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57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018C4-4EEF-8281-745C-E84930AB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670E-E338-AA6E-244A-6DBC9592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AD960-0701-71AF-853C-6FD15BCEE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DE09E-DCA5-5195-96D8-9DE8605A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F17FE-A3D8-C20E-8751-A67C0DCA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DA170-95D9-C97E-6E4E-34C565B1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EDF4-14F5-2A48-8FFB-186D2A46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6D92C-323E-9FC5-A1FA-D69351FE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58C19-E3CB-52DC-1E61-1F02B9A8F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16753-6318-6169-A7D6-DC0053E20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93FF6-1A74-BF0B-43A1-08E735C2E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635D9-73EC-AAA7-0193-7B33EBD3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46752-8739-E58F-402B-A2B67167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621BA-E9F9-6258-28D7-7EF4C3E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36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8079-FB7A-DD6E-87C1-6905DC50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01E6C-0AD3-550F-B5C3-64D5F389C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82300-8628-D8BB-BE7A-9A66EF9F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910EC-257A-8267-87FD-43B8D5AE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1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5830B-B13F-39B1-5B92-60AE1A85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912FD-549E-BDD4-E78A-D1AD440E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45ACC-20EB-ECC2-5620-11BCB2E1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5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2913-56C0-9544-C385-733D65FB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5FA9-97C2-E9DF-340B-484C311E5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623E9-E11A-7A07-5B71-BE258D07E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E8F78-5118-CDBF-4FDD-7D8E9734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1DD9B-5821-CC2B-1010-70B932FB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B51E8-7605-E1D2-F97D-616CED73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09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1D13-008B-6BA0-3255-31EFF31F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B7F02-71F1-1F79-4289-2695915C0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8ACCA-FED3-E2C4-2697-827FE592A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6D34A-F173-EFFB-6EF0-C262D2EF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2077E-B16D-04F4-BCBF-D91EE469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D87CF-D51C-9A40-B0E4-E4ECEF72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02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2259-61BE-8A43-FAD3-B15F713E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EF2BB-D417-6208-53F4-42C41C361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54A1-942F-1DB6-56EE-2445D99F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5AEA4-55BF-1200-5F1B-756FE855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263D-09B7-846A-AA7E-9E68CDBF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98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C63FB-864F-BF82-60E4-3924A034F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01E23-764A-8D11-C993-75CC6EFF1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7EF96-6C8F-71C4-BD81-E8BCDC6E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80AFD-4C5D-D98D-9C08-8156B6A5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99B43-EC79-09FD-C276-CF0703D5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50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6BBD5-D7E6-BA8E-D0B7-ACB3E5D7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2FBF-B7BF-8004-6BB9-AF75A5A80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F7859-B9DF-0311-A8A6-12A1E9FFD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0101C-A0D6-40D2-91D2-C862A9705A53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7A06-D019-D7DF-FDF9-0E723258E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6F562-3F53-C8AD-5CF0-8D65877F6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5846C-948B-4252-B91E-98202DC106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50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B3AF-FBFB-F2F8-481B-EB82077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Landscape-Level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BFE1-777F-A4A6-14A8-467D1021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4598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All tracked elephants use a common landscape centered around the </a:t>
            </a:r>
            <a:r>
              <a:rPr lang="en-US" sz="2400" b="1" dirty="0" err="1"/>
              <a:t>Kaudulla</a:t>
            </a:r>
            <a:r>
              <a:rPr lang="en-US" sz="2400" b="1" dirty="0"/>
              <a:t> Reservoir</a:t>
            </a:r>
            <a:r>
              <a:rPr lang="en-US" sz="2400" dirty="0"/>
              <a:t>, with many also moving towards the </a:t>
            </a:r>
            <a:r>
              <a:rPr lang="en-US" sz="2400" b="1" dirty="0" err="1"/>
              <a:t>Ralapanawa</a:t>
            </a:r>
            <a:r>
              <a:rPr lang="en-US" sz="2400" b="1" dirty="0"/>
              <a:t> Nature Reserve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9CEC8-B35C-4DF9-3182-E4A22468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29" t="6448" r="1500"/>
          <a:stretch>
            <a:fillRect/>
          </a:stretch>
        </p:blipFill>
        <p:spPr>
          <a:xfrm>
            <a:off x="1184365" y="2181496"/>
            <a:ext cx="8995954" cy="447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FFC5-4079-A901-0CD6-5F63552B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0498"/>
          </a:xfrm>
        </p:spPr>
        <p:txBody>
          <a:bodyPr>
            <a:normAutofit/>
          </a:bodyPr>
          <a:lstStyle/>
          <a:p>
            <a:r>
              <a:rPr lang="en-GB" sz="3600" b="1" dirty="0"/>
              <a:t>Movement Pattern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50AAE-AEB8-E7D1-3B90-92C554DB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703" y="1546951"/>
            <a:ext cx="10515600" cy="4351338"/>
          </a:xfrm>
        </p:spPr>
        <p:txBody>
          <a:bodyPr/>
          <a:lstStyle/>
          <a:p>
            <a:r>
              <a:rPr lang="en-US" sz="2400" dirty="0"/>
              <a:t>An interesting observation is that </a:t>
            </a:r>
            <a:r>
              <a:rPr lang="en-US" sz="2400" dirty="0" err="1"/>
              <a:t>Gothami</a:t>
            </a:r>
            <a:r>
              <a:rPr lang="en-US" sz="2400" dirty="0"/>
              <a:t> and female_1 show very similar movement patterns during </a:t>
            </a:r>
            <a:r>
              <a:rPr lang="en-US" sz="2400" b="1" dirty="0"/>
              <a:t>September, October</a:t>
            </a:r>
            <a:r>
              <a:rPr lang="en-US" sz="2400" dirty="0"/>
              <a:t>, and </a:t>
            </a:r>
            <a:r>
              <a:rPr lang="en-US" sz="2400" b="1" dirty="0"/>
              <a:t>November 2024</a:t>
            </a:r>
            <a:r>
              <a:rPr lang="en-US" sz="2400" dirty="0"/>
              <a:t>.</a:t>
            </a: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8223D1-797C-789C-A31C-F75835C0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30"/>
          <a:stretch>
            <a:fillRect/>
          </a:stretch>
        </p:blipFill>
        <p:spPr>
          <a:xfrm>
            <a:off x="505098" y="2386149"/>
            <a:ext cx="11295016" cy="410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7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71A50D-8638-1277-417B-BC1C16CD7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006" y="540328"/>
            <a:ext cx="10461596" cy="56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8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8FF9-BA6B-64DB-9AC3-50FD082C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A4FC-A643-27B0-EEAF-56348E3F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44146"/>
          </a:xfrm>
        </p:spPr>
        <p:txBody>
          <a:bodyPr>
            <a:normAutofit/>
          </a:bodyPr>
          <a:lstStyle/>
          <a:p>
            <a:r>
              <a:rPr lang="en-GB" sz="3600" b="1" dirty="0"/>
              <a:t>Movement Pattern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E6454-84E9-CB58-F6CC-7AE2DCC2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73"/>
            <a:ext cx="10515600" cy="4351338"/>
          </a:xfrm>
        </p:spPr>
        <p:txBody>
          <a:bodyPr/>
          <a:lstStyle/>
          <a:p>
            <a:r>
              <a:rPr lang="en-US" sz="2400" b="1" dirty="0"/>
              <a:t>Dona</a:t>
            </a:r>
            <a:r>
              <a:rPr lang="en-US" sz="2400" dirty="0"/>
              <a:t> mainly stayed in the northern part of the park, while </a:t>
            </a:r>
            <a:r>
              <a:rPr lang="en-US" sz="2400" b="1" dirty="0" err="1"/>
              <a:t>Recollared_Female</a:t>
            </a:r>
            <a:r>
              <a:rPr lang="en-US" sz="2400" b="1" dirty="0"/>
              <a:t> </a:t>
            </a:r>
            <a:r>
              <a:rPr lang="en-US" sz="2400" dirty="0"/>
              <a:t>showed a unique pattern with frequent visits to both the railway track area and the upper region.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D00F3-25F7-2110-A652-AED020719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739" y="2279773"/>
            <a:ext cx="8155898" cy="441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04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88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Landscape-Level Movement</vt:lpstr>
      <vt:lpstr>Movement Pattern Observation</vt:lpstr>
      <vt:lpstr>PowerPoint Presentation</vt:lpstr>
      <vt:lpstr>Movement Pattern Observation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H.L.D.H. Sandamini</dc:creator>
  <cp:lastModifiedBy>Amali Rajapaksha</cp:lastModifiedBy>
  <cp:revision>5</cp:revision>
  <dcterms:created xsi:type="dcterms:W3CDTF">2026-07-18T04:52:54Z</dcterms:created>
  <dcterms:modified xsi:type="dcterms:W3CDTF">2026-07-19T14:35:49Z</dcterms:modified>
</cp:coreProperties>
</file>